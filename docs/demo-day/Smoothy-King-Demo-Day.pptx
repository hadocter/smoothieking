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40f0e4d42476f" /><Relationship Type="http://schemas.openxmlformats.org/officeDocument/2006/relationships/extended-properties" Target="/docProps/app.xml" Id="R1432d0a6cd07449a" /><Relationship Type="http://schemas.openxmlformats.org/officeDocument/2006/relationships/officeDocument" Target="/ppt/presentation.xml" Id="R3c2171d48259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8724031b924529"/>
  </p:sldMasterIdLst>
  <p:notesMasterIdLst>
    <p:notesMasterId xmlns:r="http://schemas.openxmlformats.org/officeDocument/2006/relationships" r:id="R55e2753d6a16496c"/>
  </p:notesMasterIdLst>
  <p:sldIdLst>
    <p:sldId xmlns:r="http://schemas.openxmlformats.org/officeDocument/2006/relationships" id="256" r:id="Re828e4d628e54bea"/>
    <p:sldId xmlns:r="http://schemas.openxmlformats.org/officeDocument/2006/relationships" id="257" r:id="Rb7cabf0dcd9249a2"/>
    <p:sldId xmlns:r="http://schemas.openxmlformats.org/officeDocument/2006/relationships" id="258" r:id="Rd36cfe114e32487b"/>
    <p:sldId xmlns:r="http://schemas.openxmlformats.org/officeDocument/2006/relationships" id="259" r:id="R0338ed5a121b44fe"/>
    <p:sldId xmlns:r="http://schemas.openxmlformats.org/officeDocument/2006/relationships" id="260" r:id="R1cc47d3902c842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5be1439fb54f04" /><Relationship Type="http://schemas.openxmlformats.org/officeDocument/2006/relationships/slideMaster" Target="/ppt/slideMasters/slideMaster1.xml" Id="R2d8724031b924529" /><Relationship Type="http://schemas.openxmlformats.org/officeDocument/2006/relationships/notesMaster" Target="/ppt/notesMasters/notesMaster1.xml" Id="R55e2753d6a16496c" /><Relationship Type="http://schemas.openxmlformats.org/officeDocument/2006/relationships/presProps" Target="/ppt/presProps.xml" Id="Re9e10a4cb1cd4af8" /><Relationship Type="http://schemas.openxmlformats.org/officeDocument/2006/relationships/tableStyles" Target="/ppt/tableStyles.xml" Id="R76af77e59f824c30" /><Relationship Type="http://schemas.openxmlformats.org/officeDocument/2006/relationships/slide" Target="/ppt/slides/slide1.xml" Id="Re828e4d628e54bea" /><Relationship Type="http://schemas.openxmlformats.org/officeDocument/2006/relationships/slide" Target="/ppt/slides/slide2.xml" Id="Rb7cabf0dcd9249a2" /><Relationship Type="http://schemas.openxmlformats.org/officeDocument/2006/relationships/slide" Target="/ppt/slides/slide3.xml" Id="Rd36cfe114e32487b" /><Relationship Type="http://schemas.openxmlformats.org/officeDocument/2006/relationships/slide" Target="/ppt/slides/slide4.xml" Id="R0338ed5a121b44fe" /><Relationship Type="http://schemas.openxmlformats.org/officeDocument/2006/relationships/slide" Target="/ppt/slides/slide5.xml" Id="R1cc47d3902c8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bdd5cd65c4a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2549e3718343c0" /><Relationship Type="http://schemas.openxmlformats.org/officeDocument/2006/relationships/notesMaster" Target="/ppt/notesMasters/notesMaster1.xml" Id="Rc67559f07df048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4296b98b0043f6" /><Relationship Type="http://schemas.openxmlformats.org/officeDocument/2006/relationships/notesMaster" Target="/ppt/notesMasters/notesMaster1.xml" Id="R096cda9ab5ff4e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7ec9b3830c4ca6" /><Relationship Type="http://schemas.openxmlformats.org/officeDocument/2006/relationships/notesMaster" Target="/ppt/notesMasters/notesMaster1.xml" Id="R5527ad41a7974c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c838a4d1547ba" /><Relationship Type="http://schemas.openxmlformats.org/officeDocument/2006/relationships/notesMaster" Target="/ppt/notesMasters/notesMaster1.xml" Id="R3fedaca582c548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743a7acc54a37" /><Relationship Type="http://schemas.openxmlformats.org/officeDocument/2006/relationships/notesMaster" Target="/ppt/notesMasters/notesMaster1.xml" Id="R4d4056255726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user, not the technology. The product starts when someone has a goal but does not know what to make.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 and docs/README.md — product summary and current catalog figures.</a:t>
            </a:r>
          </a:p>
          <a:p xmlns:a="http://schemas.openxmlformats.org/drawingml/2006/main">
            <a:r>
              <a:t>- User-provided reference: Smoothy King — A smoothie built for today (8_11_2026 4：07：45 PM).html.</a:t>
            </a:r>
          </a:p>
          <a:p xmlns:a="http://schemas.openxmlformats.org/drawingml/2006/main">
            <a:r>
              <a:t>- Food image: artifacts/smoothy-king/public/food/ingredients/cold-green-tea.jpg; source policy: public/food/CREDITS.md.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catalog is intentionally controlled rather than infinitely open-ended. The app can inspect every catalog ingredient and use it consistently.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captured from local production rehearsal: /private/tmp/smoothy-demo/ingredients.png.</a:t>
            </a:r>
          </a:p>
          <a:p xmlns:a="http://schemas.openxmlformats.org/drawingml/2006/main">
            <a:r>
              <a:t>- Repository README.md — controlled catalog and deterministic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short, then leave the slides and perform the live loop. The best proof is a new user completing the path without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captured from local production rehearsal: /private/tmp/smoothy-demo/public-recipes.png.</a:t>
            </a:r>
          </a:p>
          <a:p xmlns:a="http://schemas.openxmlformats.org/drawingml/2006/main">
            <a:r>
              <a:t>- docs/demo-day.md — live demo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technical trust point. Do not say the model makes a safe smoothie; the controlled code path does that work. If the model is unavailable, the product uses keyword matching.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What makes the recommendation trustworthy.</a:t>
            </a:r>
          </a:p>
          <a:p xmlns:a="http://schemas.openxmlformats.org/drawingml/2006/main">
            <a:r>
              <a:t>- docs/ai-collaboration.md — in-product AI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one limit clearly: this version does not predict taste. Explain that flavor-family tags are not the same as pairing or satisfaction data. The next step is feedback plus tested pairing rules, not a marketing promise. Close: start with a goal, leave with a checked plan.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Honest limits and deployment checklist.</a:t>
            </a:r>
          </a:p>
          <a:p xmlns:a="http://schemas.openxmlformats.org/drawingml/2006/main">
            <a:r>
              <a:t>- docs/demo-day.md — direct Q&amp;A answers.</a:t>
            </a:r>
          </a:p>
          <a:p xmlns:a="http://schemas.openxmlformats.org/drawingml/2006/main">
            <a:r>
              <a:t>- /Users/hadocter/.codex/attachments/b5e08e6c-ca7a-48a2-8dea-1427d382aee3/pasted-text.txt — Demo Day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a102ef61441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d839a0c44648ee" /><Relationship Type="http://schemas.openxmlformats.org/officeDocument/2006/relationships/slideLayout" Target="/ppt/slideLayouts/slideLayout1.xml" Id="Ra6090e65f83f41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90e65f83f41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be3d893c24546" /><Relationship Type="http://schemas.openxmlformats.org/officeDocument/2006/relationships/image" Target="/ppt/media/image.jpeg" Id="Rb7a968f045494c0c" /><Relationship Type="http://schemas.openxmlformats.org/officeDocument/2006/relationships/notesSlide" Target="/ppt/notesSlides/notesSlide1.xml" Id="Rd9c02c84b9fb46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77aefccbf4e5c" /><Relationship Type="http://schemas.openxmlformats.org/officeDocument/2006/relationships/image" Target="/ppt/media/image2.jpeg" Id="R6506147b96b84b77" /><Relationship Type="http://schemas.openxmlformats.org/officeDocument/2006/relationships/notesSlide" Target="/ppt/notesSlides/notesSlide2.xml" Id="R42a3848cf6264c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714ac3b654680" /><Relationship Type="http://schemas.openxmlformats.org/officeDocument/2006/relationships/image" Target="/ppt/media/image3.jpeg" Id="Rf46fa2a71c794a28" /><Relationship Type="http://schemas.openxmlformats.org/officeDocument/2006/relationships/notesSlide" Target="/ppt/notesSlides/notesSlide3.xml" Id="R212df5a9688e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7b78cc36f445f" /><Relationship Type="http://schemas.openxmlformats.org/officeDocument/2006/relationships/notesSlide" Target="/ppt/notesSlides/notesSlide4.xml" Id="R97af4fc69d594e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0112cee324c94" /><Relationship Type="http://schemas.openxmlformats.org/officeDocument/2006/relationships/notesSlide" Target="/ppt/notesSlides/notesSlide5.xml" Id="R483abf1a5c9044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968f045494c0c"/>
          <a:srcRect xmlns:a="http://schemas.openxmlformats.org/drawingml/2006/main" l="25917" t="0" r="259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0"/>
            <a:ext cx="5505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39383DA-1412-4E51-A828-A1F8E3D4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5844"/>
                </a:solidFill>
              </a:defRPr>
            </a:pPr>
            <a:r>
              <a:rPr sz="1125" b="1">
                <a:solidFill>
                  <a:srgbClr val="245844"/>
                </a:solidFill>
              </a:rPr>
              <a:t>SMOOTHY KING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03F26E-C874-45D4-A60A-EC796946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619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173E32"/>
                </a:solidFill>
              </a:defRPr>
            </a:pPr>
            <a:r>
              <a:rPr sz="4050" b="0">
                <a:solidFill>
                  <a:srgbClr val="173E32"/>
                </a:solidFill>
              </a:rPr>
              <a:t>43 ingredients.</a:t>
            </a:r>
          </a:p>
          <a:p xmlns:a="http://schemas.openxmlformats.org/drawingml/2006/main">
            <a:pPr>
              <a:defRPr sz="4050" b="0">
                <a:solidFill>
                  <a:srgbClr val="173E32"/>
                </a:solidFill>
              </a:defRPr>
            </a:pPr>
            <a:r>
              <a:rPr sz="4050" b="0">
                <a:solidFill>
                  <a:srgbClr val="173E32"/>
                </a:solidFill>
              </a:rPr>
              <a:t>440,640 drinks.</a:t>
            </a:r>
          </a:p>
          <a:p xmlns:a="http://schemas.openxmlformats.org/drawingml/2006/main">
            <a:pPr>
              <a:defRPr sz="4050" b="0">
                <a:solidFill>
                  <a:srgbClr val="173E32"/>
                </a:solidFill>
              </a:defRPr>
            </a:pPr>
            <a:r>
              <a:rPr sz="4050" b="0">
                <a:solidFill>
                  <a:srgbClr val="173E32"/>
                </a:solidFill>
              </a:rPr>
              <a:t>One of them is today’s.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5EA7277-BC06-4382-9531-66E72B04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66D"/>
                </a:solidFill>
              </a:defRPr>
            </a:pPr>
            <a:r>
              <a:rPr sz="1800">
                <a:solidFill>
                  <a:srgbClr val="61766D"/>
                </a:solidFill>
              </a:rPr>
              <a:t>A smoothie built for today: a goal-aware path from everyday constraints to a repeatable drink plan and weekly ingredient list.</a:t>
            </a:r>
          </a:p>
        </p:txBody>
      </p:sp>
      <p:sp>
        <p:nvSpPr>
          <p:cNvPr id="5" name="live-label">
            <a:extLst xmlns:a="http://schemas.openxmlformats.org/drawingml/2006/main">
              <a:ext uri="{FF2B5EF4-FFF2-40B4-BE49-F238E27FC236}">
                <a16:creationId xmlns:a16="http://schemas.microsoft.com/office/drawing/2014/main" id="{8517E2B2-F7E5-4910-A912-CBC6CFEA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844"/>
                </a:solidFill>
              </a:defRPr>
            </a:pPr>
            <a:r>
              <a:rPr sz="1275" b="1">
                <a:solidFill>
                  <a:srgbClr val="245844"/>
                </a:solidFill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D3787-6DA8-4BDF-9284-4C422FE7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SMOOTHY 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CBF81-AD26-410D-814E-9C8727E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8313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2AF10-6038-47AF-BCDE-6F8C170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5844"/>
                </a:solidFill>
              </a:defRPr>
            </a:pPr>
            <a:r>
              <a:rPr sz="1050" b="1">
                <a:solidFill>
                  <a:srgbClr val="245844"/>
                </a:solidFill>
              </a:rPr>
              <a:t>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39E00-3CDF-45EB-AC02-15CCA2CC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73E32"/>
                </a:solidFill>
              </a:defRPr>
            </a:pPr>
            <a:r>
              <a:rPr sz="3600">
                <a:solidFill>
                  <a:srgbClr val="173E32"/>
                </a:solidFill>
              </a:rPr>
              <a:t>Recipe apps begin</a:t>
            </a:r>
          </a:p>
          <a:p xmlns:a="http://schemas.openxmlformats.org/drawingml/2006/main">
            <a:pPr>
              <a:defRPr sz="3600">
                <a:solidFill>
                  <a:srgbClr val="173E32"/>
                </a:solidFill>
              </a:defRPr>
            </a:pPr>
            <a:r>
              <a:rPr sz="3600">
                <a:solidFill>
                  <a:srgbClr val="173E32"/>
                </a:solidFill>
              </a:rPr>
              <a:t>with a recipe.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DDCF0-FC6A-4494-9C1B-39560D9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66D"/>
                </a:solidFill>
              </a:defRPr>
            </a:pPr>
            <a:r>
              <a:rPr sz="1800">
                <a:solidFill>
                  <a:srgbClr val="61766D"/>
                </a:solidFill>
              </a:rPr>
              <a:t>But the real morning starts with a goal, a constraint, and whatever is actually in the kitchen.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8DA14-2B8C-4CCF-AA78-1C098ED6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844"/>
                </a:solidFill>
              </a:defRPr>
            </a:pPr>
            <a:r>
              <a:rPr sz="1875" b="1">
                <a:solidFill>
                  <a:srgbClr val="245844"/>
                </a:solidFill>
              </a:rPr>
              <a:t>Smoothy King gives that starting point a checked path forward.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6147b96b84b77"/>
          <a:srcRect xmlns:a="http://schemas.openxmlformats.org/drawingml/2006/main" l="16333" t="0" r="16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781050"/>
            <a:ext cx="6153150" cy="514350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AEE6E-5F6C-4842-B69E-0BE10891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SMOOTHY 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74FAA-04B6-4177-9218-92D6C9DE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7877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8171B-5246-4D5A-A739-2AFE051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5844"/>
                </a:solidFill>
              </a:defRPr>
            </a:pPr>
            <a:r>
              <a:rPr sz="1050" b="1">
                <a:solidFill>
                  <a:srgbClr val="245844"/>
                </a:solidFill>
              </a:rPr>
              <a:t>THE ONE CORE THING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E19D2-BB1B-4329-8871-2BDC9F87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>
                <a:solidFill>
                  <a:srgbClr val="173E32"/>
                </a:solidFill>
              </a:defRPr>
            </a:pPr>
            <a:r>
              <a:rPr sz="3525">
                <a:solidFill>
                  <a:srgbClr val="173E32"/>
                </a:solidFill>
              </a:rPr>
              <a:t>A few answers become</a:t>
            </a:r>
          </a:p>
          <a:p xmlns:a="http://schemas.openxmlformats.org/drawingml/2006/main">
            <a:pPr>
              <a:defRPr sz="3525">
                <a:solidFill>
                  <a:srgbClr val="173E32"/>
                </a:solidFill>
              </a:defRPr>
            </a:pPr>
            <a:r>
              <a:rPr sz="3525">
                <a:solidFill>
                  <a:srgbClr val="173E32"/>
                </a:solidFill>
              </a:rPr>
              <a:t>a plan you can act 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2DFD3-5164-4502-811C-80B75B89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5844"/>
                </a:solidFill>
              </a:defRPr>
            </a:pPr>
            <a:r>
              <a:rPr sz="1875">
                <a:solidFill>
                  <a:srgbClr val="245844"/>
                </a:solidFill>
              </a:rPr>
              <a:t>1  Tell us the goal and constraints</a:t>
            </a:r>
          </a:p>
          <a:p xmlns:a="http://schemas.openxmlformats.org/drawingml/2006/main">
            <a:pPr>
              <a:defRPr sz="1875">
                <a:solidFill>
                  <a:srgbClr val="245844"/>
                </a:solidFill>
              </a:defRPr>
            </a:pPr>
            <a:r>
              <a:rPr sz="1875">
                <a:solidFill>
                  <a:srgbClr val="245844"/>
                </a:solidFill>
              </a:rPr>
              <a:t>2  Build a checked drink</a:t>
            </a:r>
          </a:p>
          <a:p xmlns:a="http://schemas.openxmlformats.org/drawingml/2006/main">
            <a:pPr>
              <a:defRPr sz="1875">
                <a:solidFill>
                  <a:srgbClr val="245844"/>
                </a:solidFill>
              </a:defRPr>
            </a:pPr>
            <a:r>
              <a:rPr sz="1875">
                <a:solidFill>
                  <a:srgbClr val="245844"/>
                </a:solidFill>
              </a:rPr>
              <a:t>3  Log it and plan the week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B9E61-BC85-4826-9384-1DB77047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1766D"/>
                </a:solidFill>
              </a:defRPr>
            </a:pPr>
            <a:r>
              <a:rPr sz="1500">
                <a:solidFill>
                  <a:srgbClr val="61766D"/>
                </a:solidFill>
              </a:rPr>
              <a:t>In the live demo, mark one ingredient unavailable and choose a safe alternative—or skip it.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fa2a71c794a28"/>
          <a:srcRect xmlns:a="http://schemas.openxmlformats.org/drawingml/2006/main" l="15065" t="0" r="150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876300"/>
            <a:ext cx="6172200" cy="4972050"/>
          </a:xfrm>
          <a:prstGeom xmlns:a="http://schemas.openxmlformats.org/drawingml/2006/main" prst="roundRect">
            <a:avLst>
              <a:gd name="adj" fmla="val 306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1F827-DCA4-489A-94C6-F29DD8A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SMOOTHY 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8A973-C1B3-4554-A3F9-0CF5CF5B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61699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58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79043-7FC2-4966-9015-43B94A00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CCAF"/>
                </a:solidFill>
              </a:defRPr>
            </a:pPr>
            <a:r>
              <a:rPr sz="1050" b="1">
                <a:solidFill>
                  <a:srgbClr val="A7CCAF"/>
                </a:solidFill>
              </a:rPr>
              <a:t>THE TRUST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5F6E3-7FDA-47BE-A3AC-C300A36D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58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>
                <a:solidFill>
                  <a:srgbClr val="FFFFFF"/>
                </a:solidFill>
              </a:defRPr>
            </a:pPr>
            <a:r>
              <a:rPr sz="3675">
                <a:solidFill>
                  <a:srgbClr val="FFFFFF"/>
                </a:solidFill>
              </a:rPr>
              <a:t>AI understands the request.</a:t>
            </a:r>
          </a:p>
          <a:p xmlns:a="http://schemas.openxmlformats.org/drawingml/2006/main">
            <a:pPr>
              <a:defRPr sz="3675">
                <a:solidFill>
                  <a:srgbClr val="FFFFFF"/>
                </a:solidFill>
              </a:defRPr>
            </a:pPr>
            <a:r>
              <a:rPr sz="3675">
                <a:solidFill>
                  <a:srgbClr val="FFFFFF"/>
                </a:solidFill>
              </a:rPr>
              <a:t>Code decides the drink.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9AA70-26D9-4382-ACD0-C50F431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B27A"/>
                </a:solidFill>
              </a:defRPr>
            </a:pPr>
            <a:r>
              <a:rPr sz="1050" b="1">
                <a:solidFill>
                  <a:srgbClr val="F2B27A"/>
                </a:solidFill>
              </a:rPr>
              <a:t>OPTIONAL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0AD9B-C765-450D-9151-BBDE8FA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Maps everyday language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to controlled choices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and writes a name/story.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E6F0D-3AEB-4AD8-BB1C-2FFA9130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B27A"/>
                </a:solidFill>
              </a:defRPr>
            </a:pPr>
            <a:r>
              <a:rPr sz="1050" b="1">
                <a:solidFill>
                  <a:srgbClr val="F2B27A"/>
                </a:solidFill>
              </a:rPr>
              <a:t>DETERMINISTIC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82604-D4D6-4BE5-BBC9-45F5A78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Chooses ingredients,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checks slots and exclusions,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and totals nutrition.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8511D-ABB6-4192-A479-22639CE2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7CCAF"/>
                </a:solidFill>
              </a:defRPr>
            </a:pPr>
            <a:r>
              <a:rPr sz="1575" b="1">
                <a:solidFill>
                  <a:srgbClr val="A7CCAF"/>
                </a:solidFill>
              </a:rPr>
              <a:t>No model decides allergens, quantities, or whether a drink is safe to show.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CFAC0-9545-4841-ADD2-A2972678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SMOOTHY 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1C808-A586-492E-B8F4-7ABC1A1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4683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BF42D-E978-4FD1-91C6-A6FF6FC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5844"/>
                </a:solidFill>
              </a:defRPr>
            </a:pPr>
            <a:r>
              <a:rPr sz="1050" b="1">
                <a:solidFill>
                  <a:srgbClr val="245844"/>
                </a:solidFill>
              </a:rPr>
              <a:t>ONE LIMIT, SAID OUT 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FD27F-8F46-414E-817E-7B76087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173E32"/>
                </a:solidFill>
              </a:defRPr>
            </a:pPr>
            <a:r>
              <a:rPr sz="3900">
                <a:solidFill>
                  <a:srgbClr val="173E32"/>
                </a:solidFill>
              </a:rPr>
              <a:t>It does not predict</a:t>
            </a:r>
          </a:p>
          <a:p xmlns:a="http://schemas.openxmlformats.org/drawingml/2006/main">
            <a:pPr>
              <a:defRPr sz="3900">
                <a:solidFill>
                  <a:srgbClr val="173E32"/>
                </a:solidFill>
              </a:defRPr>
            </a:pPr>
            <a:r>
              <a:rPr sz="3900">
                <a:solidFill>
                  <a:srgbClr val="173E32"/>
                </a:solidFill>
              </a:rPr>
              <a:t>whether it will taste great.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CEA68-7936-4990-A5D0-304FDCFE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844"/>
                </a:solidFill>
              </a:defRPr>
            </a:pPr>
            <a:r>
              <a:rPr sz="1650" b="1">
                <a:solidFill>
                  <a:srgbClr val="245844"/>
                </a:solidFill>
              </a:rPr>
              <a:t>Why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93A93-2038-45F1-8285-643BB651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1766D"/>
                </a:solidFill>
              </a:defRPr>
            </a:pPr>
            <a:r>
              <a:rPr sz="1575">
                <a:solidFill>
                  <a:srgbClr val="61766D"/>
                </a:solidFill>
              </a:rPr>
              <a:t>We match flavor families,</a:t>
            </a:r>
          </a:p>
          <a:p xmlns:a="http://schemas.openxmlformats.org/drawingml/2006/main">
            <a:pPr>
              <a:defRPr sz="1575">
                <a:solidFill>
                  <a:srgbClr val="61766D"/>
                </a:solidFill>
              </a:defRPr>
            </a:pPr>
            <a:r>
              <a:rPr sz="1575">
                <a:solidFill>
                  <a:srgbClr val="61766D"/>
                </a:solidFill>
              </a:rPr>
              <a:t>but do not yet have pairing</a:t>
            </a:r>
          </a:p>
          <a:p xmlns:a="http://schemas.openxmlformats.org/drawingml/2006/main">
            <a:pPr>
              <a:defRPr sz="1575">
                <a:solidFill>
                  <a:srgbClr val="61766D"/>
                </a:solidFill>
              </a:defRPr>
            </a:pPr>
            <a:r>
              <a:rPr sz="1575">
                <a:solidFill>
                  <a:srgbClr val="61766D"/>
                </a:solidFill>
              </a:rPr>
              <a:t>or post-drink satisfaction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0C20D-414F-4E9B-BF7C-7A1E88C4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844"/>
                </a:solidFill>
              </a:defRPr>
            </a:pPr>
            <a:r>
              <a:rPr sz="1650" b="1">
                <a:solidFill>
                  <a:srgbClr val="245844"/>
                </a:solidFill>
              </a:rPr>
              <a:t>What we would do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49F46-E841-4E27-A0BE-B5450C8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1766D"/>
                </a:solidFill>
              </a:defRPr>
            </a:pPr>
            <a:r>
              <a:rPr sz="1575">
                <a:solidFill>
                  <a:srgbClr val="61766D"/>
                </a:solidFill>
              </a:rPr>
              <a:t>Collect feedback and test</a:t>
            </a:r>
          </a:p>
          <a:p xmlns:a="http://schemas.openxmlformats.org/drawingml/2006/main">
            <a:pPr>
              <a:defRPr sz="1575">
                <a:solidFill>
                  <a:srgbClr val="61766D"/>
                </a:solidFill>
              </a:defRPr>
            </a:pPr>
            <a:r>
              <a:rPr sz="1575">
                <a:solidFill>
                  <a:srgbClr val="61766D"/>
                </a:solidFill>
              </a:rPr>
              <a:t>pairing rules before claiming</a:t>
            </a:r>
          </a:p>
          <a:p xmlns:a="http://schemas.openxmlformats.org/drawingml/2006/main">
            <a:pPr>
              <a:defRPr sz="1575">
                <a:solidFill>
                  <a:srgbClr val="61766D"/>
                </a:solidFill>
              </a:defRPr>
            </a:pPr>
            <a:r>
              <a:rPr sz="1575">
                <a:solidFill>
                  <a:srgbClr val="61766D"/>
                </a:solidFill>
              </a:rPr>
              <a:t>better taste.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25285-AA56-4115-9D9D-3FB137F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844"/>
                </a:solidFill>
              </a:defRPr>
            </a:pPr>
            <a:r>
              <a:rPr sz="1350" b="1">
                <a:solidFill>
                  <a:srgbClr val="245844"/>
                </a:solidFill>
              </a:rPr>
              <a:t>github.com/hadocter/SmoothieKing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4FE5B-8A89-453E-A632-D26BA39B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SMOOTHY 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ACA78-05D5-43B2-8D07-655A1BA5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766D"/>
                </a:solidFill>
              </a:defRPr>
            </a:pPr>
            <a:r>
              <a:rPr sz="825" b="1">
                <a:solidFill>
                  <a:srgbClr val="6176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304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2026-08-11T23:28:42.6720000Z</dcterms:created>
  <dcterms:modified xsi:type="dcterms:W3CDTF">2026-08-11T23:28:42.6720000Z</dcterms:modified>
</coreProperties>
</file>